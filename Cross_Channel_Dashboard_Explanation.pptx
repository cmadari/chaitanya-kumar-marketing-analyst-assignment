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854"/>
    <p:restoredTop sz="94659"/>
  </p:normalViewPr>
  <p:slideViewPr>
    <p:cSldViewPr snapToGrid="0">
      <p:cViewPr varScale="1">
        <p:scale>
          <a:sx n="91" d="100"/>
          <a:sy n="91" d="100"/>
        </p:scale>
        <p:origin x="2272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F9204-3F29-4C3A-BA41-3063400202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3393CD-7262-4AC7-80E6-52FE6F3F3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0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430AE-0210-4E82-AD7B-41B112DE7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11A6662E-FAF4-44BC-88B5-85A7CBFB6D30}" type="datetime1">
              <a:rPr lang="en-US" smtClean="0"/>
              <a:pPr/>
              <a:t>4/8/26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21974-7DEC-459D-9642-CB5B59C82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31837-C94E-4B5B-BCF0-110C69EDB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07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CC1FC-ADE8-488C-A1DA-2FD569FD4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760"/>
            <a:ext cx="10895106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02842-38C3-46D6-8527-0F6FE623C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64CF5-F681-40C2-88CC-E02206C9C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4/8/26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04753-4FE4-4A6F-99BB-CFFC92E0C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569D1-DB13-4BD9-8BA9-0DEAD98F8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395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20B05-7BF6-4073-9106-FA19E9727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EE8D7-6B58-4A3F-9DD5-E563D5192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2990E-9F0A-446A-B5B8-459CA8D98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17D9E-721A-44BB-8863-9873FE64DA75}" type="datetime1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68EAA-4377-45FF-9D7C-9E77BC9F2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7FA71-74C3-44B8-A0AC-E18A1E76B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921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71F12-2D88-4F76-AF46-BD5156C12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760"/>
            <a:ext cx="10895106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1AA46-E3EB-4704-B019-F90F1E6177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8695" y="1825625"/>
            <a:ext cx="556110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17480F-A530-4D05-9A22-E573FB4BA6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561105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B56FDA-C47A-4F4A-A364-BA60A25AB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4/8/26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6D8DD-6D84-44D4-8A1B-57615B3ED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8FE31-B577-4017-8AFE-A8BA09596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493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C28C9-B8CC-413F-9FFA-626680E4A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125"/>
            <a:ext cx="1127461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3FE72-9D42-45F5-A37F-B12130388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5256" y="1752600"/>
            <a:ext cx="5532319" cy="82391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E3A31D-9B5F-4DE3-B18D-F7F77782E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5256" y="2666999"/>
            <a:ext cx="5532319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BE1D2D-822C-466C-A7B9-1A2D97366A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52600"/>
            <a:ext cx="5561106" cy="82391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F13B2C-44CA-49C4-BC84-02AF1638F3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66999"/>
            <a:ext cx="5561106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93CB55-E9C1-4CE6-9B61-81B71475B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4/8/26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F22318-747B-4EC9-862C-D9FD488CC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FBDDDF-16BD-438D-937D-0E3E30E74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439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92D5F-0BD4-4517-9233-E08AF405B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760"/>
            <a:ext cx="1127461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3523B8-51E3-48B8-BFD8-CE95061980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8693" y="6416675"/>
            <a:ext cx="2921715" cy="365125"/>
          </a:xfrm>
        </p:spPr>
        <p:txBody>
          <a:bodyPr/>
          <a:lstStyle/>
          <a:p>
            <a:fld id="{3AB41CFF-90C9-47B3-9DA1-F2BF8D839F7E}" type="datetime1">
              <a:rPr lang="en-US" smtClean="0"/>
              <a:t>4/8/26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739B90-5D50-4424-B51D-53C391621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6F9286-3A00-4D3C-A3F0-50AC9045C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014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33BE2-665A-42DA-A3B7-835F81A3F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4/8/26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4DBCBD-AD42-432D-ABA9-20D616AF3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40251-3596-4673-B24B-59A6F9ED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563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A81A1-6D8E-4DD6-8E49-DABDE6D10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3F18F-F78D-4A31-A6BC-6552105BC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2C2F4-BDF4-4A4F-AA3D-52692932C2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13850F-5C87-4F08-9658-EAF049B60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4/8/26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0BCE9A-A746-4439-B5D3-966FBC8E5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1D3B51-AA2E-4AA1-8062-A0D476D80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091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02CF7-F453-4B3E-9510-D74797987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E2A1B9-8A2A-4B49-8B79-76D3EEB36B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9FEA03-0EC4-4085-AE63-4AA492D61A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05AD5B-0DEA-4C6F-94D2-FAA99F2E5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4/8/26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C6744-7CBA-4A1D-8F87-10699F981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AD9048-35FF-4BE9-8157-BE4BAA1C7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633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ABDD2-E186-4F25-8FDE-D1E875E9C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18CC5B-A7E0-48B1-8329-6533AC76E7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05B1B-77FE-4BFC-BF87-87DA989F0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8531E-1B90-4631-BD37-4BB1DBFAB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A55E8-88DC-4280-8E04-FF50FF8ED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668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60633D-90E4-4F5A-9EBF-DDEC2B0B47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DD3065-FA3D-42C8-BFDA-967C87F4F2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C126F-38E2-4425-861F-98ED43228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645D8-F22A-4354-A8B3-96E8A2D23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E2295-A616-4D57-8800-7B7E213A8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664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4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984D45-0ED3-4D03-8E44-5E355C913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425450"/>
            <a:ext cx="1127461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87D6E-D1E9-489C-9AA9-3575C39BA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8694" y="1949450"/>
            <a:ext cx="11274612" cy="4195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64E9C-08EE-4B1B-B3FC-D6D997F4EA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8694" y="64166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57E0CF6C-748E-4B7A-BC8B-3011EF78ED13}" type="datetime1">
              <a:rPr lang="en-US" smtClean="0"/>
              <a:pPr/>
              <a:t>4/8/26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0A1F1-38FE-4C27-81E6-A43A54793F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166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6B39A-FFD8-42EF-ADC7-7DB3B302F8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90106" y="64166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4" name="Picture 13" descr="A picture containing sitting&#10;&#10;Description automatically generated">
            <a:extLst>
              <a:ext uri="{FF2B5EF4-FFF2-40B4-BE49-F238E27FC236}">
                <a16:creationId xmlns:a16="http://schemas.microsoft.com/office/drawing/2014/main" id="{BC526B7A-4801-4FD1-95C8-03AF22629E87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0"/>
            <a:ext cx="3654612" cy="4575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835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27" r:id="rId7"/>
    <p:sldLayoutId id="2147483728" r:id="rId8"/>
    <p:sldLayoutId id="2147483729" r:id="rId9"/>
    <p:sldLayoutId id="2147483730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4.png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4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BC526B7A-4801-4FD1-95C8-03AF22629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0"/>
            <a:ext cx="3654612" cy="4575348"/>
          </a:xfrm>
          <a:prstGeom prst="rect">
            <a:avLst/>
          </a:prstGeom>
        </p:spPr>
      </p:pic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DE61FBD7-E37C-4B38-BE44-A6D4978D7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4F8020C-60BB-4357-8207-13221A99A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0FB2548-F441-491F-B89E-C8122CA415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276" y="685800"/>
            <a:ext cx="108204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92BFCFE-FD78-4EDF-BEFE-CC444DC5F3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F88A4BBD-D838-4074-87A2-A92452580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"/>
            <a:ext cx="5236971" cy="6858000"/>
            <a:chOff x="20829" y="1"/>
            <a:chExt cx="5236971" cy="6857999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538A046B-CDF0-4C13-A5DF-209D5B865B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5"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829" y="692703"/>
              <a:ext cx="5236971" cy="6165297"/>
            </a:xfrm>
            <a:prstGeom prst="rect">
              <a:avLst/>
            </a:prstGeom>
          </p:spPr>
        </p:pic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B7C60656-56B0-4CF3-958D-AB9C245867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5">
              <a:alphaModFix amt="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154" b="19117"/>
            <a:stretch/>
          </p:blipFill>
          <p:spPr>
            <a:xfrm rot="5400000">
              <a:off x="393956" y="-373126"/>
              <a:ext cx="4197222" cy="4943475"/>
            </a:xfrm>
            <a:prstGeom prst="rect">
              <a:avLst/>
            </a:prstGeom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C9DAA1A7-0F88-EE23-2CE8-37934576CDF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898" b="2"/>
          <a:stretch>
            <a:fillRect/>
          </a:stretch>
        </p:blipFill>
        <p:spPr>
          <a:xfrm>
            <a:off x="681228" y="685800"/>
            <a:ext cx="10820400" cy="5486400"/>
          </a:xfrm>
          <a:prstGeom prst="rect">
            <a:avLst/>
          </a:prstGeom>
        </p:spPr>
      </p:pic>
      <p:pic>
        <p:nvPicPr>
          <p:cNvPr id="60" name="Audio 59">
            <a:extLst>
              <a:ext uri="{FF2B5EF4-FFF2-40B4-BE49-F238E27FC236}">
                <a16:creationId xmlns:a16="http://schemas.microsoft.com/office/drawing/2014/main" id="{8A3D31A4-142A-75C0-1BF5-B5F23BF1DC8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278628" y="4953001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4572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3813"/>
    </mc:Choice>
    <mc:Fallback>
      <p:transition spd="slow" advTm="11381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0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DappledVTI">
  <a:themeElements>
    <a:clrScheme name="Custom 81">
      <a:dk1>
        <a:sysClr val="windowText" lastClr="000000"/>
      </a:dk1>
      <a:lt1>
        <a:sysClr val="window" lastClr="FFFFFF"/>
      </a:lt1>
      <a:dk2>
        <a:srgbClr val="21363B"/>
      </a:dk2>
      <a:lt2>
        <a:srgbClr val="F4F2F0"/>
      </a:lt2>
      <a:accent1>
        <a:srgbClr val="758468"/>
      </a:accent1>
      <a:accent2>
        <a:srgbClr val="B5A7AC"/>
      </a:accent2>
      <a:accent3>
        <a:srgbClr val="CC9C6F"/>
      </a:accent3>
      <a:accent4>
        <a:srgbClr val="767640"/>
      </a:accent4>
      <a:accent5>
        <a:srgbClr val="A5B295"/>
      </a:accent5>
      <a:accent6>
        <a:srgbClr val="C19DA7"/>
      </a:accent6>
      <a:hlink>
        <a:srgbClr val="D13D6E"/>
      </a:hlink>
      <a:folHlink>
        <a:srgbClr val="6C9D92"/>
      </a:folHlink>
    </a:clrScheme>
    <a:fontScheme name="Custom 67">
      <a:majorFont>
        <a:latin typeface="Sabon Next L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ppledVTI" id="{204FEFAB-F02B-4FE8-B509-C50A618B972D}" vid="{7EAEADA8-5A8E-45B2-B0E4-448EC7E7A94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0</Words>
  <Application>Microsoft Macintosh PowerPoint</Application>
  <PresentationFormat>Widescreen</PresentationFormat>
  <Paragraphs>0</Paragraphs>
  <Slides>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Avenir Next LT Pro</vt:lpstr>
      <vt:lpstr>AvenirNext LT Pro Medium</vt:lpstr>
      <vt:lpstr>Sabon Next LT</vt:lpstr>
      <vt:lpstr>DappledVTI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Chaitanya madari</dc:creator>
  <cp:lastModifiedBy>Chaitanya madari</cp:lastModifiedBy>
  <cp:revision>1</cp:revision>
  <dcterms:created xsi:type="dcterms:W3CDTF">2026-04-08T13:21:53Z</dcterms:created>
  <dcterms:modified xsi:type="dcterms:W3CDTF">2026-04-08T13:49:46Z</dcterms:modified>
</cp:coreProperties>
</file>